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重慶美食之旅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3200">
                <a:solidFill>
                  <a:srgbClr val="FFFFE0"/>
                </a:solidFill>
              </a:defRPr>
            </a:pPr>
            <a:r>
              <a:t>麻辣之都的美食探索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800">
                <a:solidFill>
                  <a:srgbClr val="FFFFFF"/>
                </a:solidFill>
              </a:defRPr>
            </a:pPr>
            <a:r>
              <a:t>Gordon Lui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B22222"/>
                </a:solidFill>
              </a:defRPr>
            </a:pPr>
            <a:r>
              <a:t>重慶美食簡介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>
                <a:solidFill>
                  <a:srgbClr val="000000"/>
                </a:solidFill>
              </a:defRPr>
            </a:pPr>
            <a:r>
              <a:t>📍 重慶：中國麻辣美食之都</a:t>
            </a:r>
          </a:p>
          <a:p>
            <a:pPr lvl="1">
              <a:defRPr sz="2400">
                <a:solidFill>
                  <a:srgbClr val="323232"/>
                </a:solidFill>
              </a:defRPr>
            </a:pPr>
            <a:r>
              <a:t>🌍 地理位置：長江與嘉陵江交匯處</a:t>
            </a:r>
          </a:p>
          <a:p>
            <a:pPr lvl="1">
              <a:defRPr sz="2400">
                <a:solidFill>
                  <a:srgbClr val="323232"/>
                </a:solidFill>
              </a:defRPr>
            </a:pPr>
            <a:r>
              <a:t>🌶️ 美食特色：麻辣鮮香，層次豐富</a:t>
            </a:r>
          </a:p>
          <a:p>
            <a:pPr lvl="1">
              <a:defRPr sz="2400">
                <a:solidFill>
                  <a:srgbClr val="323232"/>
                </a:solidFill>
              </a:defRPr>
            </a:pPr>
            <a:r>
              <a:t>🏮 文化背景：碼頭文化與山城特色</a:t>
            </a:r>
          </a:p>
          <a:p>
            <a:pPr lvl="1">
              <a:defRPr sz="2400">
                <a:solidFill>
                  <a:srgbClr val="323232"/>
                </a:solidFill>
              </a:defRPr>
            </a:pPr>
            <a:r>
              <a:t>🎯 代表美食：火鍋、小麵、酸辣粉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828800"/>
            <a:ext cx="2743200" cy="2743200"/>
          </a:xfrm>
          <a:prstGeom prst="roundRect">
            <a:avLst/>
          </a:prstGeom>
          <a:solidFill>
            <a:srgbClr val="DC143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3200" b="1">
                <a:solidFill>
                  <a:srgbClr val="FFFFFF"/>
                </a:solidFill>
              </a:defRPr>
            </a:pPr>
            <a:r>
              <a:t>麻辣</a:t>
            </a:r>
            <a:br/>
            <a:r>
              <a:t>之都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B22222"/>
                </a:solidFill>
              </a:defRPr>
            </a:pPr>
            <a:r>
              <a:t>三大經典美食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>
                <a:solidFill>
                  <a:srgbClr val="DC143C"/>
                </a:solidFill>
              </a:defRPr>
            </a:pPr>
            <a:r>
              <a:t>🥘 重慶火鍋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t>• 起源：江邊碼頭工人的簡易飲食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t>• 特色：九宮格，牛油鍋底，麻辣鮮香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t>• 必點：毛肚、鴨腸、黃喉、腦花</a:t>
            </a:r>
          </a:p>
          <a:p>
            <a:pPr>
              <a:defRPr sz="2800" b="1">
                <a:solidFill>
                  <a:srgbClr val="DC143C"/>
                </a:solidFill>
              </a:defRPr>
            </a:pPr>
            <a:r>
              <a:t>🍜 重慶小麵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t>• 特點：麻辣勁道，湯汁濃郁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t>• 種類：豌雜麵、牛肉麵、肥腸麵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t>• 精髓：辣椒油和花椒完美結合</a:t>
            </a:r>
          </a:p>
          <a:p>
            <a:pPr>
              <a:defRPr sz="2800" b="1">
                <a:solidFill>
                  <a:srgbClr val="DC143C"/>
                </a:solidFill>
              </a:defRPr>
            </a:pPr>
            <a:r>
              <a:t>🌶️ 酸辣粉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t>• 特色：酸辣開胃，粉條爽滑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t>• 配料：花生、榨菜、肉末、香菜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t>• 地位：街頭小吃代表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0"/>
            <a:ext cx="11274552" cy="91440"/>
          </a:xfrm>
          <a:prstGeom prst="rect">
            <a:avLst/>
          </a:prstGeom>
          <a:solidFill>
            <a:srgbClr val="B22222"/>
          </a:solidFill>
          <a:ln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B22222"/>
                </a:solidFill>
              </a:defRPr>
            </a:pPr>
            <a:r>
              <a:t>美食地圖與推薦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>
                <a:solidFill>
                  <a:srgbClr val="006400"/>
                </a:solidFill>
              </a:defRPr>
            </a:pPr>
            <a:r>
              <a:t>🗺️ 必去美食街區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t>• 解放碑商圈：傳統與現代美食交匯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t>• 洪崖洞：夜景與美食完美結合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t>• 磁器口古鎮：傳統小吃聚集地</a:t>
            </a:r>
          </a:p>
          <a:p>
            <a:pPr>
              <a:defRPr sz="2800" b="1">
                <a:solidFill>
                  <a:srgbClr val="006400"/>
                </a:solidFill>
              </a:defRPr>
            </a:pPr>
            <a:r>
              <a:t>🏆 餐廳推薦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t>1. 珮姐老火鍋 - 網紅火鍋店，常年排隊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t>2. 李串串老火鍋 - 本地人最愛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t>3. 花市豌雜麵 - 重慶小麵代表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t>4. 好又來酸辣粉 - 經典酸辣粉</a:t>
            </a:r>
          </a:p>
          <a:p>
            <a:pPr>
              <a:defRPr sz="2800" b="1">
                <a:solidFill>
                  <a:srgbClr val="006400"/>
                </a:solidFill>
              </a:defRPr>
            </a:pPr>
            <a:r>
              <a:t>💡 旅行小貼士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最佳季節：秋季（9-11月）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辣度選擇：可要求「微辣」或「少辣」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搭配飲品：唯怡豆奶、王老吉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必備物品：腸胃藥、濕紙巾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5486400"/>
            <a:ext cx="1828800" cy="914400"/>
          </a:xfrm>
          <a:prstGeom prst="roundRect">
            <a:avLst/>
          </a:prstGeom>
          <a:solidFill>
            <a:srgbClr val="B2222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享受</a:t>
            </a:r>
            <a:br/>
            <a:r>
              <a:t>美食！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